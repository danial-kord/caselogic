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8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0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9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8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06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0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3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4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7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BD76-03EB-47D8-9401-202A5417DA4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24A57-D668-418F-B647-F67AEF55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7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94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Kordmodanlou</dc:creator>
  <cp:lastModifiedBy>Daniel Kordmodanlou</cp:lastModifiedBy>
  <cp:revision>1</cp:revision>
  <dcterms:created xsi:type="dcterms:W3CDTF">2026-05-09T18:55:22Z</dcterms:created>
  <dcterms:modified xsi:type="dcterms:W3CDTF">2026-05-09T18:55:22Z</dcterms:modified>
</cp:coreProperties>
</file>