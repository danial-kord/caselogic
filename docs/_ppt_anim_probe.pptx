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27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A650-BFFE-4A29-9F18-3CE356340E4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D755D-C743-4EA5-97FA-1D4FC320D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902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A650-BFFE-4A29-9F18-3CE356340E4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D755D-C743-4EA5-97FA-1D4FC320D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575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A650-BFFE-4A29-9F18-3CE356340E4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D755D-C743-4EA5-97FA-1D4FC320D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8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A650-BFFE-4A29-9F18-3CE356340E4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D755D-C743-4EA5-97FA-1D4FC320D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8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A650-BFFE-4A29-9F18-3CE356340E4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D755D-C743-4EA5-97FA-1D4FC320D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39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A650-BFFE-4A29-9F18-3CE356340E4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D755D-C743-4EA5-97FA-1D4FC320D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149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A650-BFFE-4A29-9F18-3CE356340E4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D755D-C743-4EA5-97FA-1D4FC320D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325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A650-BFFE-4A29-9F18-3CE356340E4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D755D-C743-4EA5-97FA-1D4FC320D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50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A650-BFFE-4A29-9F18-3CE356340E4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D755D-C743-4EA5-97FA-1D4FC320D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285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A650-BFFE-4A29-9F18-3CE356340E4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D755D-C743-4EA5-97FA-1D4FC320D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89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A650-BFFE-4A29-9F18-3CE356340E4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D755D-C743-4EA5-97FA-1D4FC320D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829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DA650-BFFE-4A29-9F18-3CE356340E4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D755D-C743-4EA5-97FA-1D4FC320D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026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0000" y="1270000"/>
            <a:ext cx="508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mtClean="0"/>
              <a:t>Probe slide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596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Kordmodanlou</dc:creator>
  <cp:lastModifiedBy>Daniel Kordmodanlou</cp:lastModifiedBy>
  <cp:revision>1</cp:revision>
  <dcterms:created xsi:type="dcterms:W3CDTF">2026-05-09T19:02:20Z</dcterms:created>
  <dcterms:modified xsi:type="dcterms:W3CDTF">2026-05-09T19:02:20Z</dcterms:modified>
</cp:coreProperties>
</file>